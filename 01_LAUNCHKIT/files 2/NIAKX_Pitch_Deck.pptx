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578254"/>
            <a:ext cx="160934" cy="68397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275527" y="1578254"/>
            <a:ext cx="160934" cy="68397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5736397" y="1578254"/>
            <a:ext cx="523037" cy="603504"/>
          </a:xfrm>
          <a:prstGeom prst="line">
            <a:avLst/>
          </a:prstGeom>
          <a:noFill/>
          <a:ln w="139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74320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0" y="38862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Build. Launch. Scale.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4434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digital products for modern founders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 ·  2026  ·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founder deserves a co-founder that never sleeps.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 exists to close the gap between having an idea and having a company. We believe the next generation of founders shouldn't need a co-founder, a designer, a copywriter, and a growth marketer on payroll before they can find out if their idea works — they should need NIAKX.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32720" y="5266944"/>
            <a:ext cx="146304" cy="621792"/>
          </a:xfrm>
          <a:prstGeom prst="roundRect">
            <a:avLst>
              <a:gd name="adj" fmla="val 50000"/>
            </a:avLst>
          </a:prstGeom>
          <a:solidFill>
            <a:srgbClr val="1F1F2E"/>
          </a:solidFill>
          <a:ln/>
        </p:spPr>
      </p:sp>
      <p:sp>
        <p:nvSpPr>
          <p:cNvPr id="6" name="Shape 4"/>
          <p:cNvSpPr/>
          <p:nvPr/>
        </p:nvSpPr>
        <p:spPr>
          <a:xfrm>
            <a:off x="10954512" y="5266944"/>
            <a:ext cx="146304" cy="621792"/>
          </a:xfrm>
          <a:prstGeom prst="roundRect">
            <a:avLst>
              <a:gd name="adj" fmla="val 50000"/>
            </a:avLst>
          </a:prstGeom>
          <a:solidFill>
            <a:srgbClr val="1F1F2E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10464394" y="5266944"/>
            <a:ext cx="475488" cy="548640"/>
          </a:xfrm>
          <a:prstGeom prst="line">
            <a:avLst/>
          </a:prstGeom>
          <a:noFill/>
          <a:ln w="1270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25912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Launching a startup still takes a village.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spend the first 90 days assembling a team they can't afford yet — instead of testing the idea that matters.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1F1F2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83280"/>
            <a:ext cx="548640" cy="548640"/>
          </a:xfrm>
          <a:prstGeom prst="ellipse">
            <a:avLst/>
          </a:prstGeom>
          <a:solidFill>
            <a:srgbClr val="1F1F2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tools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brand deck, a landing page, a pitch deck, and a legal doc each live in a different tool with no shared context.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306324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1F1F2E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3383280"/>
            <a:ext cx="548640" cy="548640"/>
          </a:xfrm>
          <a:prstGeom prst="ellipse">
            <a:avLst/>
          </a:prstGeom>
          <a:solidFill>
            <a:srgbClr val="1F1F2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early hires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4572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Designers, copywriters, and strategists cost $3,000–$15,000 before a founder has validated demand.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306324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1F1F2E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3383280"/>
            <a:ext cx="548640" cy="548640"/>
          </a:xfrm>
          <a:prstGeom prst="ellipse">
            <a:avLst/>
          </a:prstGeom>
          <a:solidFill>
            <a:srgbClr val="1F1F2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Weeks, not days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4572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average pre-seed founder spends 6–8 weeks on brand and go-to-market assets before writing a single line of product code.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725912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large, fast-growing wedge into a massive market.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1F1F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$480B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51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software &amp; services spend on entrepreneurship, digital products, and small-business tooling.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74320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1623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3337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$42B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0" y="4251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launch, brand, and go-to-market tooling for founders, studios, and agencies.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74320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1B3A5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3337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$860M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29600" y="4251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Realistically obtainable across our target segments within 5 years, based on current channel economics.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NIAKX market analysis, 2026 — internal estimate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 LaunchKit: the startup launch system.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brief in. A brand, a product narrative, and a go-to-market kit out — built by AI, refined by you.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1F1F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NIAKX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Freelance designer for brand identity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4251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Copywriter for website &amp; pitch copy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4709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Consultant for market positioning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6–8 weeks before first launch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35040" y="301752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16233A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NIAKX LaunchKit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3794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brand system generated in minutes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09360" y="4251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Pitch deck, site copy &amp; positioning aligned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09360" y="47091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market &amp; competitor analysis built-in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9360" y="5166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 in days, not months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brief to launch in four steps.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F1F2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108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3749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42519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a structured intake about your idea, audience, and goals.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4023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02152" y="28803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6233A"/>
          </a:solidFill>
          <a:ln/>
        </p:spPr>
      </p:sp>
      <p:sp>
        <p:nvSpPr>
          <p:cNvPr id="10" name="Text 8"/>
          <p:cNvSpPr/>
          <p:nvPr/>
        </p:nvSpPr>
        <p:spPr>
          <a:xfrm>
            <a:off x="3730752" y="3108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30752" y="3749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30752" y="42519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 produces brand, copy, deck, and site drafts in parallel.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62472" y="4023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64224" y="28803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F1F2E"/>
          </a:solidFill>
          <a:ln/>
        </p:spPr>
      </p:sp>
      <p:sp>
        <p:nvSpPr>
          <p:cNvPr id="15" name="Text 13"/>
          <p:cNvSpPr/>
          <p:nvPr/>
        </p:nvSpPr>
        <p:spPr>
          <a:xfrm>
            <a:off x="6592824" y="3108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592824" y="3749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92824" y="42519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inline or redirect the AI with notes — every asset stays in sync.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24544" y="4023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26296" y="28803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9454896" y="3108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454896" y="3749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454896" y="42519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your site, export your deck, and ship to your first users.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25912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 launch needs, natively connected.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F1F2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044952"/>
            <a:ext cx="502920" cy="502920"/>
          </a:xfrm>
          <a:prstGeom prst="ellipse">
            <a:avLst/>
          </a:prstGeom>
          <a:solidFill>
            <a:srgbClr val="1F1F2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9900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Studio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33558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Logo, palette, and typography generated and kept consistent across every asset.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7889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F1F2E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3044952"/>
            <a:ext cx="502920" cy="502920"/>
          </a:xfrm>
          <a:prstGeom prst="ellipse">
            <a:avLst/>
          </a:prstGeom>
          <a:solidFill>
            <a:srgbClr val="1F1F2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57800" y="29900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Builder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57800" y="33558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Investor-ready pitch decks from your brief, auto-aligned to your brand system.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7889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F1F2E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3044952"/>
            <a:ext cx="502920" cy="502920"/>
          </a:xfrm>
          <a:prstGeom prst="ellipse">
            <a:avLst/>
          </a:prstGeom>
          <a:solidFill>
            <a:srgbClr val="1F1F2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06840" y="29900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Engine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06840" y="33558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Website, email, and social copy in your brand voice, tuned by audience.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F1F2E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828032"/>
            <a:ext cx="502920" cy="502920"/>
          </a:xfrm>
          <a:prstGeom prst="ellipse">
            <a:avLst/>
          </a:prstGeom>
          <a:solidFill>
            <a:srgbClr val="1F1F2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4773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Radar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513892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market sizing, competitor mapping, and positioning analysis.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45720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F1F2E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4828032"/>
            <a:ext cx="502920" cy="502920"/>
          </a:xfrm>
          <a:prstGeom prst="ellipse">
            <a:avLst/>
          </a:prstGeom>
          <a:solidFill>
            <a:srgbClr val="1F1F2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⌘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57800" y="4773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Publisher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57800" y="513892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landing pages with built-in analytics and A/B variants.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5720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F1F2E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4828032"/>
            <a:ext cx="502920" cy="502920"/>
          </a:xfrm>
          <a:prstGeom prst="ellipse">
            <a:avLst/>
          </a:prstGeom>
          <a:solidFill>
            <a:srgbClr val="1F1F2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06840" y="4773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Sync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006840" y="513892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workspace so co-founders and contractors edit the same live system.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725912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three kinds of builders.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1F1F2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127248"/>
            <a:ext cx="502920" cy="502920"/>
          </a:xfrm>
          <a:prstGeom prst="ellipse">
            <a:avLst/>
          </a:prstGeom>
          <a:solidFill>
            <a:srgbClr val="1F1F2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31272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Founder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Pre-seed, non-technical or technical, needs a credible brand and site before the first demo call.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5257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~62% of users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283464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1F1F2E"/>
          </a:solidFill>
          <a:ln/>
        </p:spPr>
      </p:sp>
      <p:sp>
        <p:nvSpPr>
          <p:cNvPr id="11" name="Shape 9"/>
          <p:cNvSpPr/>
          <p:nvPr/>
        </p:nvSpPr>
        <p:spPr>
          <a:xfrm>
            <a:off x="4636008" y="3127248"/>
            <a:ext cx="502920" cy="502920"/>
          </a:xfrm>
          <a:prstGeom prst="ellipse">
            <a:avLst/>
          </a:prstGeom>
          <a:solidFill>
            <a:srgbClr val="1F1F2E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21808" y="31272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Studio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36008" y="384048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Spins up multiple ventures per year and needs a repeatable, on-brand launch process for each.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36008" y="5257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~24% of users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83296" y="283464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1F1F2E"/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3127248"/>
            <a:ext cx="502920" cy="502920"/>
          </a:xfrm>
          <a:prstGeom prst="ellipse">
            <a:avLst/>
          </a:prstGeom>
          <a:solidFill>
            <a:srgbClr val="1F1F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31272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&amp; Consultancy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57616" y="384048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White-labels NIAKX to deliver launch packages to clients faster than an in-house team.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57616" y="5257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~14% of users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25912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Positioned above tools, faster than agencies.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6974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977640" y="26974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26974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Quality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09560" y="26974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Judgment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95560" y="26974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264408"/>
            <a:ext cx="3200400" cy="566928"/>
          </a:xfrm>
          <a:prstGeom prst="rect">
            <a:avLst/>
          </a:prstGeom>
          <a:solidFill>
            <a:srgbClr val="16233A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644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 LaunchKit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3264408"/>
            <a:ext cx="1965960" cy="566928"/>
          </a:xfrm>
          <a:prstGeom prst="rect">
            <a:avLst/>
          </a:prstGeom>
          <a:solidFill>
            <a:srgbClr val="16233A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32644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06440" y="3264408"/>
            <a:ext cx="1965960" cy="566928"/>
          </a:xfrm>
          <a:prstGeom prst="rect">
            <a:avLst/>
          </a:prstGeom>
          <a:solidFill>
            <a:srgbClr val="16233A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32644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0" y="3264408"/>
            <a:ext cx="2286000" cy="566928"/>
          </a:xfrm>
          <a:prstGeom prst="rect">
            <a:avLst/>
          </a:prstGeom>
          <a:solidFill>
            <a:srgbClr val="16233A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32644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0" y="3264408"/>
            <a:ext cx="1463040" cy="566928"/>
          </a:xfrm>
          <a:prstGeom prst="rect">
            <a:avLst/>
          </a:prstGeom>
          <a:solidFill>
            <a:srgbClr val="16233A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95560" y="326440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831336"/>
            <a:ext cx="3200400" cy="566928"/>
          </a:xfrm>
          <a:prstGeom prst="rect">
            <a:avLst/>
          </a:prstGeom>
          <a:solidFill>
            <a:srgbClr val="0A0F1E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8313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AI writing tools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40480" y="3831336"/>
            <a:ext cx="1965960" cy="566928"/>
          </a:xfrm>
          <a:prstGeom prst="rect">
            <a:avLst/>
          </a:prstGeom>
          <a:solidFill>
            <a:srgbClr val="0A0F1E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383133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06440" y="3831336"/>
            <a:ext cx="1965960" cy="566928"/>
          </a:xfrm>
          <a:prstGeom prst="rect">
            <a:avLst/>
          </a:prstGeom>
          <a:solidFill>
            <a:srgbClr val="0A0F1E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383133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831336"/>
            <a:ext cx="2286000" cy="566928"/>
          </a:xfrm>
          <a:prstGeom prst="rect">
            <a:avLst/>
          </a:prstGeom>
          <a:solidFill>
            <a:srgbClr val="0A0F1E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383133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058400" y="3831336"/>
            <a:ext cx="1463040" cy="566928"/>
          </a:xfrm>
          <a:prstGeom prst="rect">
            <a:avLst/>
          </a:prstGeom>
          <a:solidFill>
            <a:srgbClr val="0A0F1E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95560" y="38313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398264"/>
            <a:ext cx="3200400" cy="566928"/>
          </a:xfrm>
          <a:prstGeom prst="rect">
            <a:avLst/>
          </a:prstGeom>
          <a:solidFill>
            <a:srgbClr val="0A0F1E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3982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 marketplaces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40480" y="4398264"/>
            <a:ext cx="1965960" cy="566928"/>
          </a:xfrm>
          <a:prstGeom prst="rect">
            <a:avLst/>
          </a:prstGeom>
          <a:solidFill>
            <a:srgbClr val="0A0F1E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439826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06440" y="4398264"/>
            <a:ext cx="1965960" cy="566928"/>
          </a:xfrm>
          <a:prstGeom prst="rect">
            <a:avLst/>
          </a:prstGeom>
          <a:solidFill>
            <a:srgbClr val="0A0F1E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439826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772400" y="4398264"/>
            <a:ext cx="2286000" cy="566928"/>
          </a:xfrm>
          <a:prstGeom prst="rect">
            <a:avLst/>
          </a:prstGeom>
          <a:solidFill>
            <a:srgbClr val="0A0F1E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09560" y="43982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058400" y="4398264"/>
            <a:ext cx="1463040" cy="566928"/>
          </a:xfrm>
          <a:prstGeom prst="rect">
            <a:avLst/>
          </a:prstGeom>
          <a:solidFill>
            <a:srgbClr val="0A0F1E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95560" y="439826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" y="4965192"/>
            <a:ext cx="3200400" cy="566928"/>
          </a:xfrm>
          <a:prstGeom prst="rect">
            <a:avLst/>
          </a:prstGeom>
          <a:solidFill>
            <a:srgbClr val="0A0F1E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49651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 &amp; launch agencies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840480" y="4965192"/>
            <a:ext cx="1965960" cy="566928"/>
          </a:xfrm>
          <a:prstGeom prst="rect">
            <a:avLst/>
          </a:prstGeom>
          <a:solidFill>
            <a:srgbClr val="0A0F1E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77640" y="496519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806440" y="4965192"/>
            <a:ext cx="1965960" cy="566928"/>
          </a:xfrm>
          <a:prstGeom prst="rect">
            <a:avLst/>
          </a:prstGeom>
          <a:solidFill>
            <a:srgbClr val="0A0F1E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496519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772400" y="4965192"/>
            <a:ext cx="2286000" cy="566928"/>
          </a:xfrm>
          <a:prstGeom prst="rect">
            <a:avLst/>
          </a:prstGeom>
          <a:solidFill>
            <a:srgbClr val="0A0F1E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09560" y="49651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0058400" y="4965192"/>
            <a:ext cx="1463040" cy="566928"/>
          </a:xfrm>
          <a:prstGeom prst="rect">
            <a:avLst/>
          </a:prstGeom>
          <a:solidFill>
            <a:srgbClr val="0A0F1E"/>
          </a:solidFill>
          <a:ln w="9525">
            <a:solidFill>
              <a:srgbClr val="1F1F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95560" y="496519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$$$$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725912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lines of revenue, one platform.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1F1F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154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and annual plans across Starter, Growth, and Scale tiers.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28803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1F1F2E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3154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80060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Usage Credits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43891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Metered credits for high-volume generation beyond plan allowances.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0" y="28803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1F1F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3154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68680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0" y="43891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on premium templates, expert reviews, and partner services.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gross margin: 78% at current scale.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that scale with the founder.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1F1F2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880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2644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founders validating a first idea.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44805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 active brand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48280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50 AI credits/mo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517550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Landing page publishing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65576" y="269748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16233A"/>
          </a:solidFill>
          <a:ln/>
        </p:spPr>
      </p:sp>
      <p:sp>
        <p:nvSpPr>
          <p:cNvPr id="12" name="Shape 10"/>
          <p:cNvSpPr/>
          <p:nvPr/>
        </p:nvSpPr>
        <p:spPr>
          <a:xfrm>
            <a:off x="3465576" y="2404872"/>
            <a:ext cx="260604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465576" y="24048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94176" y="2880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94176" y="32644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$129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694176" y="3794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Early-stage teams building toward launch.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94176" y="44805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3 active brands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94176" y="48280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300 AI credits/mo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94176" y="517550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Pitch deck &amp; site suite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94176" y="552297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Priority generation queue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91072" y="269748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1F1F2E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2880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9672" y="32644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$349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519672" y="3794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and agencies running multiple launches.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19672" y="44805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Unlimited brands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19672" y="48280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1,200 AI credits/mo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19672" y="517550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White-label export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19672" y="552297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Team workspace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16568" y="269748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1F1F2E"/>
          </a:solidFill>
          <a:ln/>
        </p:spPr>
      </p:sp>
      <p:sp>
        <p:nvSpPr>
          <p:cNvPr id="30" name="Text 28"/>
          <p:cNvSpPr/>
          <p:nvPr/>
        </p:nvSpPr>
        <p:spPr>
          <a:xfrm>
            <a:off x="9345168" y="2880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345168" y="32644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345168" y="3794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Accelerators and venture studios at volume.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345168" y="44805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Custom AI credit pools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345168" y="48280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SSO &amp; audit logs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345168" y="517550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Dedicated success manager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725912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four quarters.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10515600" cy="0"/>
          </a:xfrm>
          <a:prstGeom prst="line">
            <a:avLst/>
          </a:prstGeom>
          <a:noFill/>
          <a:ln w="25400">
            <a:solidFill>
              <a:srgbClr val="1F1F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7682" y="3639312"/>
            <a:ext cx="219456" cy="219456"/>
          </a:xfrm>
          <a:prstGeom prst="ellipse">
            <a:avLst/>
          </a:prstGeom>
          <a:solidFill>
            <a:srgbClr val="00C2FF"/>
          </a:solidFill>
          <a:ln w="25400">
            <a:solidFill>
              <a:srgbClr val="0A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06324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2628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LaunchKit v2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4480560"/>
            <a:ext cx="23545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generation pipeline and AI Brand Studio 2.0.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56582" y="3639312"/>
            <a:ext cx="219456" cy="219456"/>
          </a:xfrm>
          <a:prstGeom prst="ellipse">
            <a:avLst/>
          </a:prstGeom>
          <a:solidFill>
            <a:srgbClr val="00C2FF"/>
          </a:solidFill>
          <a:ln w="25400">
            <a:solidFill>
              <a:srgbClr val="0A0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1860" y="306324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51860" y="4023360"/>
            <a:ext cx="2628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89020" y="4480560"/>
            <a:ext cx="23545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Templates, expert reviews, and mobile companion app.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85482" y="3639312"/>
            <a:ext cx="219456" cy="219456"/>
          </a:xfrm>
          <a:prstGeom prst="ellipse">
            <a:avLst/>
          </a:prstGeom>
          <a:solidFill>
            <a:srgbClr val="00C2FF"/>
          </a:solidFill>
          <a:ln w="25400">
            <a:solidFill>
              <a:srgbClr val="0A0F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306324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4023360"/>
            <a:ext cx="2628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Tier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4480560"/>
            <a:ext cx="23545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SSO, audit logs, and an agency partner program.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914382" y="3639312"/>
            <a:ext cx="219456" cy="219456"/>
          </a:xfrm>
          <a:prstGeom prst="ellipse">
            <a:avLst/>
          </a:prstGeom>
          <a:solidFill>
            <a:srgbClr val="00C2FF"/>
          </a:solidFill>
          <a:ln w="25400">
            <a:solidFill>
              <a:srgbClr val="0A0F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09660" y="306324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09660" y="4023360"/>
            <a:ext cx="2628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46820" y="4480560"/>
            <a:ext cx="23545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Localized launches across the EU and LATAM.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25912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channels, one compounding loop.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1F1F2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27249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communities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272491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presence in accelerator cohorts and builder communities.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456432"/>
            <a:ext cx="502920" cy="502920"/>
          </a:xfrm>
          <a:prstGeom prst="ellipse">
            <a:avLst/>
          </a:prstGeom>
          <a:solidFill>
            <a:srgbClr val="1F1F2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43814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SEO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343814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 and templates that rank for high-intent founder searches.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69664"/>
            <a:ext cx="502920" cy="502920"/>
          </a:xfrm>
          <a:prstGeom prst="ellipse">
            <a:avLst/>
          </a:prstGeom>
          <a:solidFill>
            <a:srgbClr val="1F1F2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15137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 partnerships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415137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access through YC-style programs and university incubators.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82896"/>
            <a:ext cx="502920" cy="502920"/>
          </a:xfrm>
          <a:prstGeom prst="ellipse">
            <a:avLst/>
          </a:prstGeom>
          <a:solidFill>
            <a:srgbClr val="1F1F2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8646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loop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486460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published NIAKX site carries a discreet, brand-safe attribution link.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596128"/>
            <a:ext cx="502920" cy="502920"/>
          </a:xfrm>
          <a:prstGeom prst="ellipse">
            <a:avLst/>
          </a:prstGeom>
          <a:solidFill>
            <a:srgbClr val="1F1F2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596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5577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reseller program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89120" y="55778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partners bring recurring, higher-ACV accounts.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725912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traction, compounding fast.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F1F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recurring revenue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2788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F1F2E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663440" y="3657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onboarded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2788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F1F2E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412480" y="3657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Month-over-month growth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F1F2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754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14400" y="5440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retention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4572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F1F2E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4754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63440" y="5440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Promoter Score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4572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F1F2E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4754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3.1x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412480" y="5440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 retention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Trailing 3 months, as of Q2 2026.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725912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axes of growth: vertical and geographic.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1F1F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Verticals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Startup studios &amp; venture builders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Accelerator &amp; incubator cohorts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Enterprise innovation labs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83464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16233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Geographies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3566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European Union — Q2 2027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4023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LATAM (Brazil, Mexico) — Q3 2027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4480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APAC (India, Southeast Asia) — 2028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25912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ADVANTAGE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Founder Reasoning Engine.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single prompt wrapper — a layered system that reasons about brand, market, and product together.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F1F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97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2697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live market, competitor, and category context relevant to the founder's brief.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66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3566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planning grounded in startup playbooks, not generic marketing templates.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F1F2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34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4434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brand, copy, and deck assets that share one consistent strategic thread.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30352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303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QA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5303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output is scored against brand and quality rubrics before it reaches the founder.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launch system to founder operating system.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LaunchKit is the wedge. The destination is the system founders run their entire company 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F1F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Launch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brand, content, and growth operations after day one.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1688" y="315468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F1F2E"/>
          </a:solidFill>
          <a:ln/>
        </p:spPr>
      </p:sp>
      <p:sp>
        <p:nvSpPr>
          <p:cNvPr id="9" name="Text 7"/>
          <p:cNvSpPr/>
          <p:nvPr/>
        </p:nvSpPr>
        <p:spPr>
          <a:xfrm>
            <a:off x="4636008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Network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36008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community layer connecting NIAKX founders to talent, capital, and each other.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83296" y="315468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F1F2E"/>
          </a:solidFill>
          <a:ln/>
        </p:spPr>
      </p:sp>
      <p:sp>
        <p:nvSpPr>
          <p:cNvPr id="12" name="Text 10"/>
          <p:cNvSpPr/>
          <p:nvPr/>
        </p:nvSpPr>
        <p:spPr>
          <a:xfrm>
            <a:off x="8357616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Playbooks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57616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launch systems for fintech, health, and climate founders.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725912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who have shipped this before.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F1F2E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3063240"/>
            <a:ext cx="1005840" cy="1005840"/>
          </a:xfrm>
          <a:prstGeom prst="ellipse">
            <a:avLst/>
          </a:prstGeom>
          <a:solidFill>
            <a:srgbClr val="16233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40180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4206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Chen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5537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&amp; CEO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product lead at a global payments platform; two prior startup exits.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02152" y="27432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F1F2E"/>
          </a:solidFill>
          <a:ln/>
        </p:spPr>
      </p:sp>
      <p:sp>
        <p:nvSpPr>
          <p:cNvPr id="11" name="Shape 9"/>
          <p:cNvSpPr/>
          <p:nvPr/>
        </p:nvSpPr>
        <p:spPr>
          <a:xfrm>
            <a:off x="4302252" y="3063240"/>
            <a:ext cx="1005840" cy="1005840"/>
          </a:xfrm>
          <a:prstGeom prst="ellipse">
            <a:avLst/>
          </a:prstGeom>
          <a:solidFill>
            <a:srgbClr val="16233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02252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39312" y="4206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Osei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9312" y="45537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&amp; CTO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85032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Ex-applied AI research lead; built large-scale generative systems in production.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64224" y="27432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F1F2E"/>
          </a:solidFill>
          <a:ln/>
        </p:spPr>
      </p:sp>
      <p:sp>
        <p:nvSpPr>
          <p:cNvPr id="17" name="Shape 15"/>
          <p:cNvSpPr/>
          <p:nvPr/>
        </p:nvSpPr>
        <p:spPr>
          <a:xfrm>
            <a:off x="7164324" y="3063240"/>
            <a:ext cx="1005840" cy="1005840"/>
          </a:xfrm>
          <a:prstGeom prst="ellipse">
            <a:avLst/>
          </a:prstGeom>
          <a:solidFill>
            <a:srgbClr val="16233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64324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01384" y="4206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Raman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01384" y="45537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Product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47104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collaborative workspace tools used by millions of knowledge workers.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226296" y="27432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F1F2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26396" y="3063240"/>
            <a:ext cx="1005840" cy="1005840"/>
          </a:xfrm>
          <a:prstGeom prst="ellipse">
            <a:avLst/>
          </a:prstGeom>
          <a:solidFill>
            <a:srgbClr val="16233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26396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363456" y="4206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Ferreira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63456" y="45537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AI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09176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multi-agent systems research before joining NIAKX at founding.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725912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$4.5M to scale the launch engine.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103120" y="3291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infrastructure &amp; Founder Reasoning Engine R&amp;D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Go-to-market: content, partnerships, and reseller program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03120" y="4663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product, engineering, and customer success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runway to $6M ARR and Series A readiness.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25912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NIAKX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2996" y="1869034"/>
            <a:ext cx="131674" cy="5596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242609" y="1869034"/>
            <a:ext cx="131674" cy="5596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5801502" y="1869034"/>
            <a:ext cx="427939" cy="493776"/>
          </a:xfrm>
          <a:prstGeom prst="line">
            <a:avLst/>
          </a:prstGeom>
          <a:noFill/>
          <a:ln w="1143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8803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what's next.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6634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hello@niakx.com   ·   niakx.com   ·   @niakx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2026-08-25T22:27:35Z</dcterms:created>
  <dcterms:modified xsi:type="dcterms:W3CDTF">2026-08-25T22:27:35Z</dcterms:modified>
</cp:coreProperties>
</file>